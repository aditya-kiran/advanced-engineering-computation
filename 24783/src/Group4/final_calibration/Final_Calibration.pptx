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.xml.rels" ContentType="application/vnd.openxmlformats-package.relationships+xml"/>
  <Override PartName="/ppt/slides/_rels/slide8.xml.rels" ContentType="application/vnd.openxmlformats-package.relationships+xml"/>
  <Override PartName="/ppt/slides/_rels/slide2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_rels/presentation.xml.rels" ContentType="application/vnd.openxmlformats-package.relationships+xml"/>
  <Override PartName="/ppt/media/image7.png" ContentType="image/png"/>
  <Override PartName="/ppt/media/image6.png" ContentType="image/png"/>
  <Override PartName="/ppt/media/image5.png" ContentType="image/png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_rels/slideLayout24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slideLayout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2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0077450" cy="7562850"/>
  <p:notesSz cx="7772400" cy="100584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3640" y="301320"/>
            <a:ext cx="906840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503640" y="1769400"/>
            <a:ext cx="9068400" cy="4385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03640" y="301320"/>
            <a:ext cx="906840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503640" y="1769400"/>
            <a:ext cx="9068400" cy="438516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03640" y="301320"/>
            <a:ext cx="906840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503640" y="1769400"/>
            <a:ext cx="4425120" cy="438516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5150520" y="1769400"/>
            <a:ext cx="4425120" cy="438516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3640" y="301320"/>
            <a:ext cx="906840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503640" y="301320"/>
            <a:ext cx="9068400" cy="585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3640" y="301320"/>
            <a:ext cx="906840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503640" y="1769400"/>
            <a:ext cx="4425120" cy="209160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503640" y="4060080"/>
            <a:ext cx="4425120" cy="209160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5150520" y="1769400"/>
            <a:ext cx="4425120" cy="438516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03640" y="301320"/>
            <a:ext cx="906840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503640" y="1769400"/>
            <a:ext cx="4425120" cy="438516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5150520" y="1769400"/>
            <a:ext cx="4425120" cy="209160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5150520" y="4060080"/>
            <a:ext cx="4425120" cy="209160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3640" y="301320"/>
            <a:ext cx="906840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503640" y="1769400"/>
            <a:ext cx="4425120" cy="209160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5150520" y="1769400"/>
            <a:ext cx="4425120" cy="209160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503640" y="4060080"/>
            <a:ext cx="9068400" cy="209160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503640" y="301320"/>
            <a:ext cx="906840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503640" y="1769400"/>
            <a:ext cx="9068400" cy="209160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503640" y="4060080"/>
            <a:ext cx="9068400" cy="209160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3640" y="301320"/>
            <a:ext cx="906840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03640" y="1769400"/>
            <a:ext cx="4425120" cy="209160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5150520" y="1769400"/>
            <a:ext cx="4425120" cy="209160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5150520" y="4060080"/>
            <a:ext cx="4425120" cy="209160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503640" y="4060080"/>
            <a:ext cx="4425120" cy="209160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503640" y="301320"/>
            <a:ext cx="906840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503640" y="1769400"/>
            <a:ext cx="9068400" cy="438516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503640" y="1769400"/>
            <a:ext cx="9068400" cy="438516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34" name="" descr=""/>
          <p:cNvPicPr/>
          <p:nvPr/>
        </p:nvPicPr>
        <p:blipFill>
          <a:blip r:embed="rId2"/>
          <a:stretch/>
        </p:blipFill>
        <p:spPr>
          <a:xfrm>
            <a:off x="2289600" y="1769040"/>
            <a:ext cx="5496120" cy="4385160"/>
          </a:xfrm>
          <a:prstGeom prst="rect">
            <a:avLst/>
          </a:prstGeom>
          <a:ln>
            <a:noFill/>
          </a:ln>
        </p:spPr>
      </p:pic>
      <p:pic>
        <p:nvPicPr>
          <p:cNvPr id="35" name="" descr=""/>
          <p:cNvPicPr/>
          <p:nvPr/>
        </p:nvPicPr>
        <p:blipFill>
          <a:blip r:embed="rId3"/>
          <a:stretch/>
        </p:blipFill>
        <p:spPr>
          <a:xfrm>
            <a:off x="2289600" y="1769040"/>
            <a:ext cx="5496120" cy="4385160"/>
          </a:xfrm>
          <a:prstGeom prst="rect">
            <a:avLst/>
          </a:prstGeom>
          <a:ln>
            <a:noFill/>
          </a:ln>
        </p:spPr>
      </p:pic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503640" y="301320"/>
            <a:ext cx="906840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subTitle"/>
          </p:nvPr>
        </p:nvSpPr>
        <p:spPr>
          <a:xfrm>
            <a:off x="503640" y="1769400"/>
            <a:ext cx="9068400" cy="4385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503640" y="301320"/>
            <a:ext cx="906840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503640" y="1769400"/>
            <a:ext cx="9068400" cy="438516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503640" y="301320"/>
            <a:ext cx="906840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503640" y="1769400"/>
            <a:ext cx="4425120" cy="438516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5150520" y="1769400"/>
            <a:ext cx="4425120" cy="438516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503640" y="301320"/>
            <a:ext cx="906840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subTitle"/>
          </p:nvPr>
        </p:nvSpPr>
        <p:spPr>
          <a:xfrm>
            <a:off x="503640" y="301320"/>
            <a:ext cx="9068400" cy="585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503640" y="301320"/>
            <a:ext cx="906840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503640" y="1769400"/>
            <a:ext cx="4425120" cy="209160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503640" y="4060080"/>
            <a:ext cx="4425120" cy="209160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body"/>
          </p:nvPr>
        </p:nvSpPr>
        <p:spPr>
          <a:xfrm>
            <a:off x="5150520" y="1769400"/>
            <a:ext cx="4425120" cy="438516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503640" y="301320"/>
            <a:ext cx="906840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503640" y="1769400"/>
            <a:ext cx="4425120" cy="438516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5150520" y="1769400"/>
            <a:ext cx="4425120" cy="209160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body"/>
          </p:nvPr>
        </p:nvSpPr>
        <p:spPr>
          <a:xfrm>
            <a:off x="5150520" y="4060080"/>
            <a:ext cx="4425120" cy="209160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503640" y="301320"/>
            <a:ext cx="906840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503640" y="1769400"/>
            <a:ext cx="4425120" cy="209160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5150520" y="1769400"/>
            <a:ext cx="4425120" cy="209160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503640" y="4060080"/>
            <a:ext cx="9068400" cy="209160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503640" y="301320"/>
            <a:ext cx="906840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503640" y="1769400"/>
            <a:ext cx="9068400" cy="209160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503640" y="4060080"/>
            <a:ext cx="9068400" cy="209160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503640" y="301320"/>
            <a:ext cx="906840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503640" y="1769400"/>
            <a:ext cx="4425120" cy="209160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5150520" y="1769400"/>
            <a:ext cx="4425120" cy="209160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body"/>
          </p:nvPr>
        </p:nvSpPr>
        <p:spPr>
          <a:xfrm>
            <a:off x="5150520" y="4060080"/>
            <a:ext cx="4425120" cy="209160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6" name="PlaceHolder 5"/>
          <p:cNvSpPr>
            <a:spLocks noGrp="1"/>
          </p:cNvSpPr>
          <p:nvPr>
            <p:ph type="body"/>
          </p:nvPr>
        </p:nvSpPr>
        <p:spPr>
          <a:xfrm>
            <a:off x="503640" y="4060080"/>
            <a:ext cx="4425120" cy="209160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503640" y="301320"/>
            <a:ext cx="906840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503640" y="1769400"/>
            <a:ext cx="9068400" cy="438516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503640" y="1769400"/>
            <a:ext cx="9068400" cy="4385160"/>
          </a:xfrm>
          <a:prstGeom prst="rect">
            <a:avLst/>
          </a:prstGeom>
        </p:spPr>
        <p:txBody>
          <a:bodyPr lIns="0" rIns="0" tIns="0" bIns="0"/>
          <a:p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70" name="" descr=""/>
          <p:cNvPicPr/>
          <p:nvPr/>
        </p:nvPicPr>
        <p:blipFill>
          <a:blip r:embed="rId2"/>
          <a:stretch/>
        </p:blipFill>
        <p:spPr>
          <a:xfrm>
            <a:off x="2289600" y="1769040"/>
            <a:ext cx="5496120" cy="4385160"/>
          </a:xfrm>
          <a:prstGeom prst="rect">
            <a:avLst/>
          </a:prstGeom>
          <a:ln>
            <a:noFill/>
          </a:ln>
        </p:spPr>
      </p:pic>
      <p:pic>
        <p:nvPicPr>
          <p:cNvPr id="71" name="" descr=""/>
          <p:cNvPicPr/>
          <p:nvPr/>
        </p:nvPicPr>
        <p:blipFill>
          <a:blip r:embed="rId3"/>
          <a:stretch/>
        </p:blipFill>
        <p:spPr>
          <a:xfrm>
            <a:off x="2289600" y="1769040"/>
            <a:ext cx="5496120" cy="4385160"/>
          </a:xfrm>
          <a:prstGeom prst="rect">
            <a:avLst/>
          </a:prstGeom>
          <a:ln>
            <a:noFill/>
          </a:ln>
        </p:spPr>
      </p:pic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ccff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3640" y="301320"/>
            <a:ext cx="906840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3640" y="1769400"/>
            <a:ext cx="9069120" cy="4385880"/>
          </a:xfrm>
          <a:prstGeom prst="rect">
            <a:avLst/>
          </a:prstGeom>
        </p:spPr>
        <p:txBody>
          <a:bodyPr lIns="0" rIns="0" tIns="0" bIns="0"/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1" marL="864000" indent="-324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2" marL="1296000" indent="-288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3" marL="1728000" indent="-216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4" marL="2160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5" marL="2592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6" marL="3024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ccff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503640" y="301320"/>
            <a:ext cx="906840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503640" y="1769400"/>
            <a:ext cx="9068400" cy="4385160"/>
          </a:xfrm>
          <a:prstGeom prst="rect">
            <a:avLst/>
          </a:prstGeom>
        </p:spPr>
        <p:txBody>
          <a:bodyPr lIns="0" rIns="0" tIns="0" bIns="0"/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1" marL="864000" indent="-324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2" marL="1296000" indent="-288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3" marL="1728000" indent="-216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4" marL="2160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5" marL="2592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6" marL="3024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CustomShape 1"/>
          <p:cNvSpPr/>
          <p:nvPr/>
        </p:nvSpPr>
        <p:spPr>
          <a:xfrm>
            <a:off x="503640" y="301320"/>
            <a:ext cx="9068400" cy="1262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 algn="ctr">
              <a:lnSpc>
                <a:spcPct val="100000"/>
              </a:lnSpc>
            </a:pPr>
            <a:r>
              <a:rPr b="0" lang="en-US" sz="6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Group-4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3" name="CustomShape 2"/>
          <p:cNvSpPr/>
          <p:nvPr/>
        </p:nvSpPr>
        <p:spPr>
          <a:xfrm>
            <a:off x="503640" y="1769400"/>
            <a:ext cx="9068400" cy="4385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 algn="ctr">
              <a:lnSpc>
                <a:spcPct val="100000"/>
              </a:lnSpc>
            </a:pPr>
            <a:r>
              <a:rPr b="0" lang="en-US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Real-time Path Planning for Robots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b="0" lang="en-US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&amp; 3d – view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Members : ruofanz, herany, gauthamn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 </a:t>
            </a:r>
            <a:r>
              <a:rPr b="0" lang="en-US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Mbhat, rchavali 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timing>
    <p:tnLst>
      <p:par>
        <p:cTn id="1" dur="indefinite" restart="never" nodeType="tmRoot">
          <p:childTnLst>
            <p:seq>
              <p:cTn id="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CustomShape 1"/>
          <p:cNvSpPr/>
          <p:nvPr/>
        </p:nvSpPr>
        <p:spPr>
          <a:xfrm>
            <a:off x="503640" y="301320"/>
            <a:ext cx="9068400" cy="1262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 algn="ctr">
              <a:lnSpc>
                <a:spcPct val="100000"/>
              </a:lnSpc>
            </a:pPr>
            <a:r>
              <a:rPr b="0" lang="en-US" sz="6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Job Distribution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5" name="CustomShape 2"/>
          <p:cNvSpPr/>
          <p:nvPr/>
        </p:nvSpPr>
        <p:spPr>
          <a:xfrm>
            <a:off x="503640" y="1769400"/>
            <a:ext cx="9068400" cy="4385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/>
          <a:p>
            <a:pPr marL="432000" indent="-32364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3-D View : 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364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gauthamn, Mbhat, rchavali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364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364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364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Path_Planning and Related Stuffs: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364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ruofanz, herany  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timing>
    <p:tnLst>
      <p:par>
        <p:cTn id="3" dur="indefinite" restart="never" nodeType="tmRoot">
          <p:childTnLst>
            <p:seq>
              <p:cTn id="4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CustomShape 1"/>
          <p:cNvSpPr/>
          <p:nvPr/>
        </p:nvSpPr>
        <p:spPr>
          <a:xfrm>
            <a:off x="548280" y="2370960"/>
            <a:ext cx="9068400" cy="2557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r>
              <a:rPr b="0" lang="en-US" sz="6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Part 1: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6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Path_Planning and Related Stuffs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timing>
    <p:tnLst>
      <p:par>
        <p:cTn id="5" dur="indefinite" restart="never" nodeType="tmRoot">
          <p:childTnLst>
            <p:seq>
              <p:cTn id="6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extShape 1"/>
          <p:cNvSpPr txBox="1"/>
          <p:nvPr/>
        </p:nvSpPr>
        <p:spPr>
          <a:xfrm>
            <a:off x="503640" y="301320"/>
            <a:ext cx="906840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n-US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The paper’s Map</a:t>
            </a:r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78" name="" descr=""/>
          <p:cNvPicPr/>
          <p:nvPr/>
        </p:nvPicPr>
        <p:blipFill>
          <a:blip r:embed="rId1"/>
          <a:stretch/>
        </p:blipFill>
        <p:spPr>
          <a:xfrm>
            <a:off x="949680" y="2468880"/>
            <a:ext cx="8742960" cy="301752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7" dur="indefinite" restart="never" nodeType="tmRoot">
          <p:childTnLst>
            <p:seq>
              <p:cTn id="8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CustomShape 1"/>
          <p:cNvSpPr/>
          <p:nvPr/>
        </p:nvSpPr>
        <p:spPr>
          <a:xfrm>
            <a:off x="503640" y="301320"/>
            <a:ext cx="9068400" cy="1262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 algn="ctr">
              <a:lnSpc>
                <a:spcPct val="100000"/>
              </a:lnSpc>
            </a:pPr>
            <a:r>
              <a:rPr b="0" lang="en-US" sz="6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What we accomplished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0" name="CustomShape 2"/>
          <p:cNvSpPr/>
          <p:nvPr/>
        </p:nvSpPr>
        <p:spPr>
          <a:xfrm>
            <a:off x="503640" y="1769400"/>
            <a:ext cx="9068400" cy="4385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/>
          <a:p>
            <a:pPr marL="432000" indent="-32364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1. Map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364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2. Real-time Path_Planning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364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3. Safety Area grant (This one is added by us, not in the Paper it self)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364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4. Simulator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364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5. Very simple python GUI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364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We use “Redis” as our shared-memory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timing>
    <p:tnLst>
      <p:par>
        <p:cTn id="9" dur="indefinite" restart="never" nodeType="tmRoot">
          <p:childTnLst>
            <p:seq>
              <p:cTn id="10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CustomShape 1"/>
          <p:cNvSpPr/>
          <p:nvPr/>
        </p:nvSpPr>
        <p:spPr>
          <a:xfrm>
            <a:off x="503640" y="301320"/>
            <a:ext cx="9068400" cy="1262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 algn="ctr">
              <a:lnSpc>
                <a:spcPct val="100000"/>
              </a:lnSpc>
            </a:pPr>
            <a:r>
              <a:rPr b="0" lang="en-US" sz="6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Video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timing>
    <p:tnLst>
      <p:par>
        <p:cTn id="11" dur="indefinite" restart="never" nodeType="tmRoot">
          <p:childTnLst>
            <p:seq>
              <p:cTn id="1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CustomShape 1"/>
          <p:cNvSpPr/>
          <p:nvPr/>
        </p:nvSpPr>
        <p:spPr>
          <a:xfrm>
            <a:off x="503640" y="80280"/>
            <a:ext cx="9068400" cy="1704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 algn="ctr">
              <a:lnSpc>
                <a:spcPct val="100000"/>
              </a:lnSpc>
            </a:pPr>
            <a:r>
              <a:rPr b="0" lang="en-US" sz="6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What we will accomplish soon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3" name="CustomShape 2"/>
          <p:cNvSpPr/>
          <p:nvPr/>
        </p:nvSpPr>
        <p:spPr>
          <a:xfrm>
            <a:off x="503640" y="1769400"/>
            <a:ext cx="9068400" cy="4385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/>
          <a:p>
            <a:pPr marL="432000" indent="-32364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1. Test the stability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indent="-32364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2. See if there is something still can be upgrade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timing>
    <p:tnLst>
      <p:par>
        <p:cTn id="13" dur="indefinite" restart="never" nodeType="tmRoot">
          <p:childTnLst>
            <p:seq>
              <p:cTn id="14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CustomShape 1"/>
          <p:cNvSpPr/>
          <p:nvPr/>
        </p:nvSpPr>
        <p:spPr>
          <a:xfrm>
            <a:off x="441000" y="2684520"/>
            <a:ext cx="9068400" cy="1704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r>
              <a:rPr b="0" lang="en-US" sz="6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Part 2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6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3-D View of the Robots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timing>
    <p:tnLst>
      <p:par>
        <p:cTn id="15" dur="indefinite" restart="never" nodeType="tmRoot">
          <p:childTnLst>
            <p:seq>
              <p:cTn id="16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Shape 1"/>
          <p:cNvSpPr txBox="1"/>
          <p:nvPr/>
        </p:nvSpPr>
        <p:spPr>
          <a:xfrm>
            <a:off x="366120" y="3657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/>
          <a:p>
            <a:pPr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Arial"/>
              </a:rPr>
              <a:t>3D OpenGL Visualiser</a:t>
            </a:r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6" name="TextShape 2"/>
          <p:cNvSpPr txBox="1"/>
          <p:nvPr/>
        </p:nvSpPr>
        <p:spPr>
          <a:xfrm>
            <a:off x="31212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tIns="91440" bIns="91440"/>
          <a:p>
            <a:pPr marL="457200" indent="-342720">
              <a:lnSpc>
                <a:spcPct val="150000"/>
              </a:lnSpc>
              <a:buClr>
                <a:srgbClr val="595959"/>
              </a:buClr>
              <a:buFont typeface="Arial"/>
              <a:buAutoNum type="arabicParenR"/>
            </a:pPr>
            <a:r>
              <a:rPr b="0" lang="en-US" sz="1800" spc="-1" strike="noStrike">
                <a:solidFill>
                  <a:srgbClr val="595959"/>
                </a:solidFill>
                <a:uFill>
                  <a:solidFill>
                    <a:srgbClr val="ffffff"/>
                  </a:solidFill>
                </a:uFill>
                <a:latin typeface="Arial"/>
                <a:ea typeface="Arial"/>
              </a:rPr>
              <a:t>Takes in the coordinates of the robot and surrounding objects from the path planner.</a:t>
            </a:r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57200" indent="-342720">
              <a:lnSpc>
                <a:spcPct val="150000"/>
              </a:lnSpc>
              <a:buClr>
                <a:srgbClr val="595959"/>
              </a:buClr>
              <a:buFont typeface="Arial"/>
              <a:buAutoNum type="arabicParenR"/>
            </a:pPr>
            <a:r>
              <a:rPr b="0" lang="en-US" sz="1800" spc="-1" strike="noStrike">
                <a:solidFill>
                  <a:srgbClr val="595959"/>
                </a:solidFill>
                <a:uFill>
                  <a:solidFill>
                    <a:srgbClr val="ffffff"/>
                  </a:solidFill>
                </a:uFill>
                <a:latin typeface="Arial"/>
                <a:ea typeface="Arial"/>
              </a:rPr>
              <a:t>Takes in the map of the environment from a csv file.</a:t>
            </a:r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57200" indent="-342720">
              <a:lnSpc>
                <a:spcPct val="150000"/>
              </a:lnSpc>
              <a:buClr>
                <a:srgbClr val="595959"/>
              </a:buClr>
              <a:buFont typeface="Arial"/>
              <a:buAutoNum type="arabicParenR"/>
            </a:pPr>
            <a:r>
              <a:rPr b="0" lang="en-US" sz="1800" spc="-1" strike="noStrike">
                <a:solidFill>
                  <a:srgbClr val="595959"/>
                </a:solidFill>
                <a:uFill>
                  <a:solidFill>
                    <a:srgbClr val="ffffff"/>
                  </a:solidFill>
                </a:uFill>
                <a:latin typeface="Arial"/>
                <a:ea typeface="Arial"/>
              </a:rPr>
              <a:t>Realtime map and robot re-drawing based on updated coordinates in the file</a:t>
            </a:r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57200" indent="-342720">
              <a:lnSpc>
                <a:spcPct val="150000"/>
              </a:lnSpc>
              <a:buClr>
                <a:srgbClr val="595959"/>
              </a:buClr>
              <a:buFont typeface="Arial"/>
              <a:buAutoNum type="arabicParenR"/>
            </a:pPr>
            <a:r>
              <a:rPr b="0" lang="en-US" sz="1800" spc="-1" strike="noStrike">
                <a:solidFill>
                  <a:srgbClr val="595959"/>
                </a:solidFill>
                <a:uFill>
                  <a:solidFill>
                    <a:srgbClr val="ffffff"/>
                  </a:solidFill>
                </a:uFill>
                <a:latin typeface="Arial"/>
                <a:ea typeface="Arial"/>
              </a:rPr>
              <a:t>Draws 3D boxes for the surrounding environment and the robot</a:t>
            </a:r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timing>
    <p:tnLst>
      <p:par>
        <p:cTn id="17" dur="indefinite" restart="never" nodeType="tmRoot">
          <p:childTnLst>
            <p:seq>
              <p:cTn id="18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60;p14" descr=""/>
          <p:cNvPicPr/>
          <p:nvPr/>
        </p:nvPicPr>
        <p:blipFill>
          <a:blip r:embed="rId1"/>
          <a:stretch/>
        </p:blipFill>
        <p:spPr>
          <a:xfrm>
            <a:off x="2538360" y="1521000"/>
            <a:ext cx="6239880" cy="4788360"/>
          </a:xfrm>
          <a:prstGeom prst="rect">
            <a:avLst/>
          </a:prstGeom>
          <a:ln>
            <a:noFill/>
          </a:ln>
        </p:spPr>
      </p:pic>
      <p:sp>
        <p:nvSpPr>
          <p:cNvPr id="88" name="CustomShape 1"/>
          <p:cNvSpPr/>
          <p:nvPr/>
        </p:nvSpPr>
        <p:spPr>
          <a:xfrm>
            <a:off x="640080" y="718920"/>
            <a:ext cx="7022160" cy="731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/>
          <a:p>
            <a:pPr>
              <a:lnSpc>
                <a:spcPct val="100000"/>
              </a:lnSpc>
            </a:pPr>
            <a:r>
              <a:rPr b="1" lang="en-US" sz="1400" spc="-1" strike="noStrike" u="sng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Arial"/>
              </a:rPr>
              <a:t>Drawing the map of the environment and the robot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timing>
    <p:tnLst>
      <p:par>
        <p:cTn id="19" dur="indefinite" restart="never" nodeType="tmRoot">
          <p:childTnLst>
            <p:seq>
              <p:cTn id="20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66;p15" descr=""/>
          <p:cNvPicPr/>
          <p:nvPr/>
        </p:nvPicPr>
        <p:blipFill>
          <a:blip r:embed="rId1"/>
          <a:stretch/>
        </p:blipFill>
        <p:spPr>
          <a:xfrm>
            <a:off x="1371600" y="1371600"/>
            <a:ext cx="7984080" cy="5409000"/>
          </a:xfrm>
          <a:prstGeom prst="rect">
            <a:avLst/>
          </a:prstGeom>
          <a:ln>
            <a:noFill/>
          </a:ln>
        </p:spPr>
      </p:pic>
      <p:sp>
        <p:nvSpPr>
          <p:cNvPr id="90" name="CustomShape 1"/>
          <p:cNvSpPr/>
          <p:nvPr/>
        </p:nvSpPr>
        <p:spPr>
          <a:xfrm>
            <a:off x="665280" y="361800"/>
            <a:ext cx="4120200" cy="480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/>
          <a:p>
            <a:pPr>
              <a:lnSpc>
                <a:spcPct val="100000"/>
              </a:lnSpc>
            </a:pPr>
            <a:r>
              <a:rPr b="1" lang="en-US" sz="1400" spc="-1" strike="noStrike" u="sng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Arial"/>
              </a:rPr>
              <a:t>Drawing the robot as a box in a complex map.</a:t>
            </a:r>
            <a:endParaRPr b="0" lang="en-US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timing>
    <p:tnLst>
      <p:par>
        <p:cTn id="21" dur="indefinite" restart="never" nodeType="tmRoot">
          <p:childTnLst>
            <p:seq>
              <p:cTn id="2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31212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/>
          <a:p>
            <a:pPr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Arial"/>
              </a:rPr>
              <a:t>Future Work</a:t>
            </a:r>
            <a:endParaRPr b="0" lang="en-US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31212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tIns="91440" bIns="91440"/>
          <a:p>
            <a:pPr marL="457200" indent="-342720">
              <a:lnSpc>
                <a:spcPct val="150000"/>
              </a:lnSpc>
              <a:buClr>
                <a:srgbClr val="595959"/>
              </a:buClr>
              <a:buFont typeface="Arial"/>
              <a:buAutoNum type="arabicParenR"/>
            </a:pPr>
            <a:r>
              <a:rPr b="0" lang="en-US" sz="1800" spc="-1" strike="noStrike">
                <a:solidFill>
                  <a:srgbClr val="595959"/>
                </a:solidFill>
                <a:uFill>
                  <a:solidFill>
                    <a:srgbClr val="ffffff"/>
                  </a:solidFill>
                </a:uFill>
                <a:latin typeface="Arial"/>
                <a:ea typeface="Arial"/>
              </a:rPr>
              <a:t>Need to speed up the frame rate of the visualiser in 3D</a:t>
            </a:r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57200" indent="-342720">
              <a:lnSpc>
                <a:spcPct val="150000"/>
              </a:lnSpc>
              <a:buClr>
                <a:srgbClr val="595959"/>
              </a:buClr>
              <a:buFont typeface="Arial"/>
              <a:buAutoNum type="arabicParenR"/>
            </a:pPr>
            <a:r>
              <a:rPr b="0" lang="en-US" sz="1800" spc="-1" strike="noStrike">
                <a:solidFill>
                  <a:srgbClr val="595959"/>
                </a:solidFill>
                <a:uFill>
                  <a:solidFill>
                    <a:srgbClr val="ffffff"/>
                  </a:solidFill>
                </a:uFill>
                <a:latin typeface="Arial"/>
                <a:ea typeface="Arial"/>
              </a:rPr>
              <a:t>Map needs to be more accurately represented</a:t>
            </a:r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57200" indent="-342720">
              <a:lnSpc>
                <a:spcPct val="150000"/>
              </a:lnSpc>
              <a:buClr>
                <a:srgbClr val="595959"/>
              </a:buClr>
              <a:buFont typeface="Arial"/>
              <a:buAutoNum type="arabicParenR"/>
            </a:pPr>
            <a:r>
              <a:rPr b="0" lang="en-US" sz="1800" spc="-1" strike="noStrike">
                <a:solidFill>
                  <a:srgbClr val="595959"/>
                </a:solidFill>
                <a:uFill>
                  <a:solidFill>
                    <a:srgbClr val="ffffff"/>
                  </a:solidFill>
                </a:uFill>
                <a:latin typeface="Arial"/>
                <a:ea typeface="Arial"/>
              </a:rPr>
              <a:t>Possible draw the robot accurately instead of a box.</a:t>
            </a:r>
            <a:endParaRPr b="0" lang="en-US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timing>
    <p:tnLst>
      <p:par>
        <p:cTn id="23" dur="indefinite" restart="never" nodeType="tmRoot">
          <p:childTnLst>
            <p:seq>
              <p:cTn id="24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</TotalTime>
  <Application>LibreOffice/5.1.6.2$Linux_X86_64 LibreOffice_project/10m0$Build-2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2019-04-14T23:41:24Z</dcterms:created>
  <dc:creator/>
  <dc:description/>
  <dc:language>en-US</dc:language>
  <cp:lastModifiedBy/>
  <dcterms:modified xsi:type="dcterms:W3CDTF">2019-04-15T14:51:08Z</dcterms:modified>
  <cp:revision>11</cp:revision>
  <dc:subject/>
  <dc:title/>
</cp:coreProperties>
</file>